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613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18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049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60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60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930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663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40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8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09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276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071579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6278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652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5328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906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69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F8A2F9BA-C665-4B78-8DD2-FE3BBC5D22D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4CB14788-4593-49FF-947F-86CAB58F4E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4878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BF4F-73C1-74E1-2739-BA2194BBC5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Testarea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aplicații</a:t>
            </a:r>
            <a:r>
              <a:rPr lang="en-US" dirty="0"/>
              <a:t> Python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gestionarea</a:t>
            </a:r>
            <a:r>
              <a:rPr lang="en-US" dirty="0"/>
              <a:t> </a:t>
            </a:r>
            <a:r>
              <a:rPr lang="en-US" dirty="0" err="1"/>
              <a:t>studenților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3DE75-7F85-9433-FA57-EEA239B72F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55923" y="3996267"/>
            <a:ext cx="7747099" cy="1388534"/>
          </a:xfrm>
        </p:spPr>
        <p:txBody>
          <a:bodyPr/>
          <a:lstStyle/>
          <a:p>
            <a:r>
              <a:rPr lang="en-US" dirty="0" err="1"/>
              <a:t>Proiect</a:t>
            </a:r>
            <a:r>
              <a:rPr lang="en-US" dirty="0"/>
              <a:t> </a:t>
            </a:r>
            <a:r>
              <a:rPr lang="en-US" dirty="0" err="1"/>
              <a:t>realizat</a:t>
            </a:r>
            <a:r>
              <a:rPr lang="en-US" dirty="0"/>
              <a:t> de </a:t>
            </a:r>
            <a:r>
              <a:rPr lang="en-US" dirty="0" err="1"/>
              <a:t>Ecobescu</a:t>
            </a:r>
            <a:r>
              <a:rPr lang="en-US" dirty="0"/>
              <a:t> </a:t>
            </a:r>
            <a:r>
              <a:rPr lang="en-US" dirty="0" err="1"/>
              <a:t>George-Marius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Petre Mihai-Cristian</a:t>
            </a:r>
          </a:p>
        </p:txBody>
      </p:sp>
    </p:spTree>
    <p:extLst>
      <p:ext uri="{BB962C8B-B14F-4D97-AF65-F5344CB8AC3E}">
        <p14:creationId xmlns:p14="http://schemas.microsoft.com/office/powerpoint/2010/main" val="18880164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4D9A5-1B86-0A4A-BE72-9349A5B6F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Descrierea</a:t>
            </a:r>
            <a:r>
              <a:rPr lang="en-US" dirty="0"/>
              <a:t> </a:t>
            </a:r>
            <a:r>
              <a:rPr lang="en-US" dirty="0" err="1"/>
              <a:t>aplicatiei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AF84B-CA1F-3A0D-5839-B3158DC4F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 err="1"/>
              <a:t>Aplicația</a:t>
            </a:r>
            <a:r>
              <a:rPr lang="en-US" b="1" dirty="0"/>
              <a:t> </a:t>
            </a:r>
            <a:r>
              <a:rPr lang="en-US" b="1" dirty="0" err="1"/>
              <a:t>este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de tip </a:t>
            </a:r>
            <a:r>
              <a:rPr lang="en-US" b="1" dirty="0" err="1"/>
              <a:t>consolă</a:t>
            </a:r>
            <a:r>
              <a:rPr lang="en-US" b="1" dirty="0"/>
              <a:t> </a:t>
            </a:r>
            <a:r>
              <a:rPr lang="en-US" b="1" dirty="0" err="1"/>
              <a:t>pentru</a:t>
            </a:r>
            <a:r>
              <a:rPr lang="en-US" b="1" dirty="0"/>
              <a:t> </a:t>
            </a:r>
            <a:r>
              <a:rPr lang="en-US" b="1" dirty="0" err="1"/>
              <a:t>gestionarea</a:t>
            </a:r>
            <a:r>
              <a:rPr lang="en-US" b="1" dirty="0"/>
              <a:t> </a:t>
            </a:r>
            <a:r>
              <a:rPr lang="en-US" b="1" dirty="0" err="1"/>
              <a:t>unei</a:t>
            </a:r>
            <a:r>
              <a:rPr lang="en-US" b="1" dirty="0"/>
              <a:t> </a:t>
            </a:r>
            <a:r>
              <a:rPr lang="en-US" b="1" dirty="0" err="1"/>
              <a:t>evidențe</a:t>
            </a:r>
            <a:r>
              <a:rPr lang="en-US" b="1" dirty="0"/>
              <a:t> de </a:t>
            </a:r>
            <a:r>
              <a:rPr lang="en-US" b="1" dirty="0" err="1"/>
              <a:t>studenți</a:t>
            </a:r>
            <a:r>
              <a:rPr lang="en-US" b="1" dirty="0"/>
              <a:t> </a:t>
            </a:r>
            <a:r>
              <a:rPr lang="en-US" b="1" dirty="0" err="1"/>
              <a:t>și</a:t>
            </a:r>
            <a:r>
              <a:rPr lang="en-US" b="1" dirty="0"/>
              <a:t> note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Operații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disponibile</a:t>
            </a:r>
            <a:r>
              <a:rPr lang="en-US" dirty="0">
                <a:effectLst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afișare</a:t>
            </a:r>
            <a:r>
              <a:rPr lang="en-US" dirty="0"/>
              <a:t> </a:t>
            </a:r>
            <a:r>
              <a:rPr lang="en-US" dirty="0" err="1"/>
              <a:t>listă</a:t>
            </a:r>
            <a:r>
              <a:rPr lang="en-US" dirty="0"/>
              <a:t> </a:t>
            </a:r>
            <a:r>
              <a:rPr lang="en-US" dirty="0" err="1"/>
              <a:t>studenți</a:t>
            </a:r>
            <a:r>
              <a:rPr lang="en-US" dirty="0"/>
              <a:t> </a:t>
            </a:r>
            <a:endParaRPr lang="en-US" dirty="0"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adăugare</a:t>
            </a:r>
            <a:r>
              <a:rPr lang="en-US" dirty="0"/>
              <a:t> student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ștergere</a:t>
            </a:r>
            <a:r>
              <a:rPr lang="en-US" dirty="0"/>
              <a:t> student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adăugare</a:t>
            </a:r>
            <a:r>
              <a:rPr lang="en-US" dirty="0"/>
              <a:t> note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generare</a:t>
            </a:r>
            <a:r>
              <a:rPr lang="en-US" dirty="0"/>
              <a:t> </a:t>
            </a:r>
            <a:r>
              <a:rPr lang="en-US" dirty="0" err="1"/>
              <a:t>raport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filtrare</a:t>
            </a:r>
            <a:r>
              <a:rPr lang="en-US" dirty="0"/>
              <a:t> </a:t>
            </a:r>
            <a:r>
              <a:rPr lang="en-US" dirty="0" err="1"/>
              <a:t>după</a:t>
            </a:r>
            <a:r>
              <a:rPr lang="en-US" dirty="0"/>
              <a:t> interval de </a:t>
            </a:r>
            <a:r>
              <a:rPr lang="en-US" dirty="0" err="1"/>
              <a:t>medii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F88092-EC73-5ECF-188C-1398A6B6B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385" y="3160647"/>
            <a:ext cx="3943900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410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8237-B27D-DA61-237B-90CC2B010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Tehnologii</a:t>
            </a:r>
            <a:r>
              <a:rPr lang="en-US" dirty="0"/>
              <a:t> </a:t>
            </a:r>
            <a:r>
              <a:rPr lang="en-US" dirty="0" err="1"/>
              <a:t>utilizate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FA4B4-E4C5-CC27-36D7-04DA2D8EF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 err="1"/>
              <a:t>Limbaje</a:t>
            </a:r>
            <a:r>
              <a:rPr lang="en-US" b="1" dirty="0"/>
              <a:t> </a:t>
            </a:r>
            <a:r>
              <a:rPr lang="en-US" b="1" dirty="0" err="1"/>
              <a:t>și</a:t>
            </a:r>
            <a:r>
              <a:rPr lang="en-US" b="1" dirty="0"/>
              <a:t> </a:t>
            </a:r>
            <a:r>
              <a:rPr lang="en-US" b="1" dirty="0" err="1"/>
              <a:t>tehnologii</a:t>
            </a:r>
            <a:r>
              <a:rPr lang="ro-RO" b="1" dirty="0"/>
              <a:t>: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Python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SQLite</a:t>
            </a:r>
            <a:endParaRPr lang="ro-RO" dirty="0"/>
          </a:p>
          <a:p>
            <a:pPr>
              <a:buFont typeface="Wingdings" panose="05000000000000000000" pitchFamily="2" charset="2"/>
              <a:buChar char="Ø"/>
            </a:pPr>
            <a:r>
              <a:rPr lang="ro-RO" b="1" dirty="0"/>
              <a:t>Framework-uri și tool-uri de testare: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o-RO" dirty="0"/>
              <a:t>pytest – framework pentru testare unitară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o-RO" dirty="0"/>
              <a:t>pytest-cov – masurarea code coverage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o-RO" dirty="0"/>
              <a:t>mutmut – mutation testing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 err="1"/>
              <a:t>Avantaje</a:t>
            </a:r>
            <a:r>
              <a:rPr lang="ro-RO" b="1" dirty="0"/>
              <a:t> : </a:t>
            </a:r>
            <a:r>
              <a:rPr lang="en-US" dirty="0"/>
              <a:t>tool-</a:t>
            </a:r>
            <a:r>
              <a:rPr lang="en-US" dirty="0" err="1"/>
              <a:t>uri</a:t>
            </a:r>
            <a:r>
              <a:rPr lang="en-US" dirty="0"/>
              <a:t> open-source</a:t>
            </a:r>
            <a:r>
              <a:rPr lang="ro-RO" dirty="0"/>
              <a:t>, </a:t>
            </a:r>
            <a:r>
              <a:rPr lang="en-US" dirty="0" err="1"/>
              <a:t>configurare</a:t>
            </a:r>
            <a:r>
              <a:rPr lang="en-US" dirty="0"/>
              <a:t> </a:t>
            </a:r>
            <a:r>
              <a:rPr lang="en-US" dirty="0" err="1"/>
              <a:t>simplă</a:t>
            </a:r>
            <a:r>
              <a:rPr lang="ro-RO" dirty="0"/>
              <a:t>, </a:t>
            </a:r>
            <a:r>
              <a:rPr lang="en-US" dirty="0" err="1"/>
              <a:t>integrare</a:t>
            </a:r>
            <a:r>
              <a:rPr lang="en-US" dirty="0"/>
              <a:t> </a:t>
            </a:r>
            <a:r>
              <a:rPr lang="en-US" dirty="0" err="1"/>
              <a:t>bună</a:t>
            </a:r>
            <a:r>
              <a:rPr lang="en-US" dirty="0"/>
              <a:t> cu Python </a:t>
            </a:r>
          </a:p>
          <a:p>
            <a:pPr marL="36900" indent="0">
              <a:buNone/>
            </a:pPr>
            <a:endParaRPr lang="ro-RO" b="1" dirty="0"/>
          </a:p>
        </p:txBody>
      </p:sp>
    </p:spTree>
    <p:extLst>
      <p:ext uri="{BB962C8B-B14F-4D97-AF65-F5344CB8AC3E}">
        <p14:creationId xmlns:p14="http://schemas.microsoft.com/office/powerpoint/2010/main" val="20104869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9ECB8-9E99-8A98-47F9-2CDBAB4C5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Funcții testate</a:t>
            </a:r>
            <a:endParaRPr lang="en-US" dirty="0"/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003D046-592B-B9B0-F53B-87C1C276B1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621" y="1580050"/>
            <a:ext cx="6191888" cy="49308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48D545-8ECC-9B84-4B36-0132044D21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2874" y="2788852"/>
            <a:ext cx="6600825" cy="246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874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A769E-D6B4-9E76-FB44-C48752ECE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167149"/>
            <a:ext cx="10353762" cy="628281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it-IT" b="1" dirty="0"/>
              <a:t>Parti</a:t>
            </a:r>
            <a:r>
              <a:rPr lang="ro-RO" b="1" dirty="0"/>
              <a:t>ț</a:t>
            </a:r>
            <a:r>
              <a:rPr lang="it-IT" b="1" dirty="0"/>
              <a:t>ionare </a:t>
            </a:r>
            <a:r>
              <a:rPr lang="ro-RO" b="1" dirty="0"/>
              <a:t>î</a:t>
            </a:r>
            <a:r>
              <a:rPr lang="it-IT" b="1" dirty="0"/>
              <a:t>n clase de echivalen</a:t>
            </a:r>
            <a:r>
              <a:rPr lang="ro-RO" b="1" dirty="0"/>
              <a:t>ță</a:t>
            </a:r>
          </a:p>
          <a:p>
            <a:pPr marL="36900" indent="0">
              <a:buNone/>
            </a:pPr>
            <a:r>
              <a:rPr lang="en-US" dirty="0" err="1"/>
              <a:t>ui.menu</a:t>
            </a:r>
            <a:r>
              <a:rPr lang="ro-RO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clase</a:t>
            </a:r>
            <a:r>
              <a:rPr lang="en-US" dirty="0"/>
              <a:t> </a:t>
            </a:r>
            <a:r>
              <a:rPr lang="en-US" dirty="0" err="1"/>
              <a:t>valide</a:t>
            </a:r>
            <a:r>
              <a:rPr lang="en-US" dirty="0"/>
              <a:t>: </a:t>
            </a:r>
            <a:r>
              <a:rPr lang="en-US" dirty="0" err="1"/>
              <a:t>valorile</a:t>
            </a:r>
            <a:r>
              <a:rPr lang="en-US" dirty="0"/>
              <a:t> </a:t>
            </a:r>
            <a:r>
              <a:rPr lang="en-US" dirty="0" err="1"/>
              <a:t>corespunz</a:t>
            </a:r>
            <a:r>
              <a:rPr lang="ro-RO" dirty="0"/>
              <a:t>ă</a:t>
            </a:r>
            <a:r>
              <a:rPr lang="en-US" dirty="0" err="1"/>
              <a:t>toare</a:t>
            </a:r>
            <a:r>
              <a:rPr lang="en-US" dirty="0"/>
              <a:t> op</a:t>
            </a:r>
            <a:r>
              <a:rPr lang="ro-RO" dirty="0"/>
              <a:t>ț</a:t>
            </a:r>
            <a:r>
              <a:rPr lang="en-US" dirty="0" err="1"/>
              <a:t>iunilor</a:t>
            </a:r>
            <a:r>
              <a:rPr lang="en-US" dirty="0"/>
              <a:t> </a:t>
            </a:r>
            <a:r>
              <a:rPr lang="en-US" dirty="0" err="1"/>
              <a:t>existente</a:t>
            </a:r>
            <a:r>
              <a:rPr lang="en-US" dirty="0"/>
              <a:t> (0–6)</a:t>
            </a:r>
            <a:endParaRPr lang="ro-RO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clas</a:t>
            </a:r>
            <a:r>
              <a:rPr lang="ro-RO" dirty="0"/>
              <a:t>ă</a:t>
            </a:r>
            <a:r>
              <a:rPr lang="en-US" dirty="0"/>
              <a:t> invalid</a:t>
            </a:r>
            <a:r>
              <a:rPr lang="ro-RO" dirty="0"/>
              <a:t>ă</a:t>
            </a:r>
            <a:r>
              <a:rPr lang="en-US" dirty="0"/>
              <a:t>: </a:t>
            </a:r>
            <a:r>
              <a:rPr lang="en-US" dirty="0" err="1"/>
              <a:t>orice</a:t>
            </a:r>
            <a:r>
              <a:rPr lang="en-US" dirty="0"/>
              <a:t> alt</a:t>
            </a:r>
            <a:r>
              <a:rPr lang="ro-RO" dirty="0"/>
              <a:t>ă</a:t>
            </a:r>
            <a:r>
              <a:rPr lang="en-US" dirty="0"/>
              <a:t> </a:t>
            </a:r>
            <a:r>
              <a:rPr lang="en-US" dirty="0" err="1"/>
              <a:t>valoare</a:t>
            </a:r>
            <a:endParaRPr lang="ro-RO" dirty="0"/>
          </a:p>
          <a:p>
            <a:pPr marL="36900" indent="0">
              <a:buNone/>
            </a:pPr>
            <a:r>
              <a:rPr lang="ro-RO" dirty="0"/>
              <a:t>ui.filter_students: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clas</a:t>
            </a:r>
            <a:r>
              <a:rPr lang="ro-RO" dirty="0"/>
              <a:t>ă</a:t>
            </a:r>
            <a:r>
              <a:rPr lang="en-US" dirty="0"/>
              <a:t> valid</a:t>
            </a:r>
            <a:r>
              <a:rPr lang="ro-RO" dirty="0"/>
              <a:t>ă</a:t>
            </a:r>
            <a:r>
              <a:rPr lang="en-US" dirty="0"/>
              <a:t>: intervale </a:t>
            </a:r>
            <a:r>
              <a:rPr lang="en-US" dirty="0" err="1"/>
              <a:t>corecte</a:t>
            </a:r>
            <a:r>
              <a:rPr lang="en-US" dirty="0"/>
              <a:t> (0 ≤ min ≤ m</a:t>
            </a:r>
            <a:r>
              <a:rPr lang="ro-RO" dirty="0"/>
              <a:t>ax </a:t>
            </a:r>
            <a:r>
              <a:rPr lang="en-US" dirty="0"/>
              <a:t>≤</a:t>
            </a:r>
            <a:r>
              <a:rPr lang="ro-RO" dirty="0"/>
              <a:t> 10)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clase invalide:</a:t>
            </a:r>
            <a:r>
              <a:rPr lang="ro-RO" dirty="0"/>
              <a:t> </a:t>
            </a:r>
            <a:r>
              <a:rPr lang="it-IT" dirty="0"/>
              <a:t>valori </a:t>
            </a:r>
            <a:r>
              <a:rPr lang="ro-RO" dirty="0"/>
              <a:t>î</a:t>
            </a:r>
            <a:r>
              <a:rPr lang="it-IT" dirty="0"/>
              <a:t>n afara intervalului</a:t>
            </a:r>
            <a:r>
              <a:rPr lang="ro-RO" dirty="0"/>
              <a:t>, </a:t>
            </a:r>
            <a:r>
              <a:rPr lang="it-IT" dirty="0"/>
              <a:t>min &gt; max</a:t>
            </a:r>
            <a:endParaRPr lang="ro-RO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Analiza </a:t>
            </a:r>
            <a:r>
              <a:rPr lang="en-US" b="1" dirty="0" err="1"/>
              <a:t>valorilor</a:t>
            </a:r>
            <a:r>
              <a:rPr lang="en-US" b="1" dirty="0"/>
              <a:t> de frontier</a:t>
            </a:r>
            <a:r>
              <a:rPr lang="ro-RO" b="1" dirty="0"/>
              <a:t>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testarea</a:t>
            </a:r>
            <a:r>
              <a:rPr lang="en-US" dirty="0"/>
              <a:t> </a:t>
            </a:r>
            <a:r>
              <a:rPr lang="en-US" dirty="0" err="1"/>
              <a:t>valorilor</a:t>
            </a:r>
            <a:r>
              <a:rPr lang="en-US" dirty="0"/>
              <a:t> de la </a:t>
            </a:r>
            <a:r>
              <a:rPr lang="en-US" dirty="0" err="1"/>
              <a:t>limita</a:t>
            </a:r>
            <a:r>
              <a:rPr lang="en-US" dirty="0"/>
              <a:t> </a:t>
            </a:r>
            <a:r>
              <a:rPr lang="en-US" dirty="0" err="1"/>
              <a:t>domeniului</a:t>
            </a:r>
            <a:r>
              <a:rPr lang="en-US" dirty="0"/>
              <a:t> de </a:t>
            </a:r>
            <a:r>
              <a:rPr lang="en-US" dirty="0" err="1"/>
              <a:t>intrare</a:t>
            </a:r>
            <a:endParaRPr lang="ro-RO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verificarea</a:t>
            </a:r>
            <a:r>
              <a:rPr lang="en-US" dirty="0"/>
              <a:t> </a:t>
            </a:r>
            <a:r>
              <a:rPr lang="en-US" dirty="0" err="1"/>
              <a:t>comportamentului</a:t>
            </a:r>
            <a:r>
              <a:rPr lang="en-US" dirty="0"/>
              <a:t> </a:t>
            </a:r>
            <a:r>
              <a:rPr lang="en-US" dirty="0" err="1"/>
              <a:t>imediat</a:t>
            </a:r>
            <a:r>
              <a:rPr lang="ro-RO" dirty="0"/>
              <a:t> </a:t>
            </a:r>
            <a:r>
              <a:rPr lang="en-US" dirty="0"/>
              <a:t>sub limit</a:t>
            </a:r>
            <a:r>
              <a:rPr lang="ro-RO" dirty="0"/>
              <a:t>ă, </a:t>
            </a:r>
            <a:r>
              <a:rPr lang="en-US" dirty="0"/>
              <a:t>exact la limit</a:t>
            </a:r>
            <a:r>
              <a:rPr lang="ro-RO" dirty="0"/>
              <a:t>ă, </a:t>
            </a:r>
            <a:r>
              <a:rPr lang="en-US" dirty="0" err="1"/>
              <a:t>peste</a:t>
            </a:r>
            <a:r>
              <a:rPr lang="en-US" dirty="0"/>
              <a:t> limit</a:t>
            </a:r>
            <a:r>
              <a:rPr lang="ro-RO" dirty="0"/>
              <a:t>ă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it-IT" b="1" dirty="0"/>
              <a:t>Scop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identificarea erorilor la intrari invalide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validarea comportamentului corect la limite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reducerea cazurilor neacoperite din logica aplicatiei</a:t>
            </a:r>
          </a:p>
          <a:p>
            <a:pPr marL="36900" indent="0">
              <a:buNone/>
            </a:pPr>
            <a:endParaRPr lang="ro-RO" dirty="0"/>
          </a:p>
          <a:p>
            <a:pPr marL="3690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879286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EE8D5-2A9E-E793-5719-68B24B281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1238865"/>
            <a:ext cx="10353762" cy="4621161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 err="1"/>
              <a:t>Acoperirea</a:t>
            </a:r>
            <a:r>
              <a:rPr lang="en-US" b="1" dirty="0"/>
              <a:t> </a:t>
            </a:r>
            <a:r>
              <a:rPr lang="en-US" b="1" dirty="0" err="1"/>
              <a:t>codului</a:t>
            </a:r>
            <a:endParaRPr lang="en-US" b="1" dirty="0"/>
          </a:p>
          <a:p>
            <a:r>
              <a:rPr lang="en-US" dirty="0" err="1"/>
              <a:t>Tipuri</a:t>
            </a:r>
            <a:r>
              <a:rPr lang="en-US" dirty="0"/>
              <a:t> de </a:t>
            </a:r>
            <a:r>
              <a:rPr lang="en-US" dirty="0" err="1"/>
              <a:t>acoperire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Statement coverage</a:t>
            </a:r>
            <a:r>
              <a:rPr lang="ro-RO" dirty="0"/>
              <a:t>: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instrucțiunile</a:t>
            </a:r>
            <a:r>
              <a:rPr lang="en-US" dirty="0"/>
              <a:t> sunt </a:t>
            </a:r>
            <a:r>
              <a:rPr lang="en-US" dirty="0" err="1"/>
              <a:t>executate</a:t>
            </a:r>
            <a:r>
              <a:rPr lang="en-US" dirty="0"/>
              <a:t> cel </a:t>
            </a:r>
            <a:r>
              <a:rPr lang="en-US" dirty="0" err="1"/>
              <a:t>puțin</a:t>
            </a:r>
            <a:r>
              <a:rPr lang="en-US" dirty="0"/>
              <a:t> o </a:t>
            </a:r>
            <a:r>
              <a:rPr lang="en-US" dirty="0" err="1"/>
              <a:t>dată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Decision coverage</a:t>
            </a:r>
            <a:r>
              <a:rPr lang="ro-RO" dirty="0"/>
              <a:t> :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ramură</a:t>
            </a:r>
            <a:r>
              <a:rPr lang="en-US" dirty="0"/>
              <a:t> a </a:t>
            </a:r>
            <a:r>
              <a:rPr lang="en-US" dirty="0" err="1"/>
              <a:t>deciziilor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testată</a:t>
            </a:r>
            <a:r>
              <a:rPr lang="en-US" dirty="0"/>
              <a:t> (True / False)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Condition coverage</a:t>
            </a:r>
            <a:r>
              <a:rPr lang="ro-RO" dirty="0"/>
              <a:t> :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condiție</a:t>
            </a:r>
            <a:r>
              <a:rPr lang="en-US" dirty="0"/>
              <a:t> </a:t>
            </a:r>
            <a:r>
              <a:rPr lang="en-US" dirty="0" err="1"/>
              <a:t>logică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evaluată</a:t>
            </a:r>
            <a:r>
              <a:rPr lang="en-US" dirty="0"/>
              <a:t> </a:t>
            </a:r>
            <a:r>
              <a:rPr lang="en-US" dirty="0" err="1"/>
              <a:t>separat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ro-RO" b="1" dirty="0"/>
              <a:t>Scop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acoperirea</a:t>
            </a:r>
            <a:r>
              <a:rPr lang="en-US" dirty="0"/>
              <a:t> </a:t>
            </a:r>
            <a:r>
              <a:rPr lang="en-US" dirty="0" err="1"/>
              <a:t>completă</a:t>
            </a:r>
            <a:r>
              <a:rPr lang="en-US" dirty="0"/>
              <a:t> a </a:t>
            </a:r>
            <a:r>
              <a:rPr lang="en-US" dirty="0" err="1"/>
              <a:t>logicii</a:t>
            </a:r>
            <a:r>
              <a:rPr lang="en-US" dirty="0"/>
              <a:t> din</a:t>
            </a:r>
            <a:r>
              <a:rPr lang="ro-RO" dirty="0"/>
              <a:t> </a:t>
            </a:r>
            <a:r>
              <a:rPr lang="en-US" dirty="0" err="1"/>
              <a:t>ui.menu</a:t>
            </a:r>
            <a:r>
              <a:rPr lang="en-US" dirty="0"/>
              <a:t> </a:t>
            </a:r>
            <a:r>
              <a:rPr lang="ro-RO" dirty="0"/>
              <a:t>și </a:t>
            </a:r>
            <a:r>
              <a:rPr lang="en-US" dirty="0" err="1"/>
              <a:t>ui.filter_students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1500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8C1A1-8D12-7876-20D2-F12394DB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Concluzii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A4820E7-3127-06B2-43CF-D7B14ED3F4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13795" y="1665289"/>
            <a:ext cx="10353762" cy="4193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Am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aplicat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tehnici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testare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unitară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pentru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verifica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corectitudinea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aplicației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(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echivalență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valori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frontieră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acoperire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mutation testing)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Testele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au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acoperit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atât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cazuri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normale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cât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cazuri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limită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erori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Instrumentele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precum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pytest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pytest-cov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mutmut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au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ajutat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automatizarea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evaluarea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calității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testelor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Acoperirea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codului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fost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ridicată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asigurând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verificarea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completă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logicii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din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ui.menu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ui.filter_students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 </a:t>
            </a:r>
          </a:p>
          <a:p>
            <a:pPr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 total,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proiectul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dus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la o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bună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înțelegere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tehnicilor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testare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și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importanței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acoperirii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codului</a:t>
            </a:r>
            <a:r>
              <a:rPr kumimoji="0" lang="en-US" altLang="en-US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64363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126</TotalTime>
  <Words>361</Words>
  <Application>Microsoft Office PowerPoint</Application>
  <PresentationFormat>Widescreen</PresentationFormat>
  <Paragraphs>48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Calisto MT</vt:lpstr>
      <vt:lpstr>Wingdings</vt:lpstr>
      <vt:lpstr>Wingdings 2</vt:lpstr>
      <vt:lpstr>Slate</vt:lpstr>
      <vt:lpstr>Testarea unei aplicații Python pentru gestionarea studenților</vt:lpstr>
      <vt:lpstr>Descrierea aplicatiei</vt:lpstr>
      <vt:lpstr>Tehnologii utilizate</vt:lpstr>
      <vt:lpstr>Funcții testate</vt:lpstr>
      <vt:lpstr>PowerPoint Presentation</vt:lpstr>
      <vt:lpstr>PowerPoint Presentation</vt:lpstr>
      <vt:lpstr>Concluzii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GEORGE-MARIUS ECOBESCU</dc:creator>
  <cp:lastModifiedBy>GEORGE-MARIUS ECOBESCU</cp:lastModifiedBy>
  <cp:revision>9</cp:revision>
  <dcterms:created xsi:type="dcterms:W3CDTF">2026-05-15T18:31:41Z</dcterms:created>
  <dcterms:modified xsi:type="dcterms:W3CDTF">2026-05-15T20:38:30Z</dcterms:modified>
</cp:coreProperties>
</file>